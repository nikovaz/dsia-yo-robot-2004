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03"/>
                </a:solidFill>
              </a:defRPr>
            </a:pPr>
            <a:r>
              <a:t>DESARROLLO DE SISTEMAS DE INTELIGENCIA ARTIFICIAL — GRUPO 4</a:t>
            </a:r>
          </a:p>
          <a:p>
            <a:pPr>
              <a:spcAft>
                <a:spcPts val="600"/>
              </a:spcAft>
              <a:defRPr sz="3000" b="1">
                <a:solidFill>
                  <a:srgbClr val="00D2FF"/>
                </a:solidFill>
              </a:defRPr>
            </a:pPr>
            <a:r>
              <a:t>ANÁLISIS DE LA PELÍCULA: YO, ROBOT (2004)</a:t>
            </a:r>
          </a:p>
          <a:p>
            <a:pPr>
              <a:spcAft>
                <a:spcPts val="2200"/>
              </a:spcAft>
              <a:defRPr sz="1500">
                <a:solidFill>
                  <a:srgbClr val="F0F6FC"/>
                </a:solidFill>
              </a:defRPr>
            </a:pPr>
            <a:r>
              <a:t>De la ciencia ficción a los sistemas de IA reales: robótica, decisiones y ética</a:t>
            </a:r>
          </a:p>
          <a:p>
            <a:pPr>
              <a:spcAft>
                <a:spcPts val="600"/>
              </a:spcAft>
              <a:defRPr sz="1300" b="1">
                <a:solidFill>
                  <a:srgbClr val="FFB703"/>
                </a:solidFill>
              </a:defRPr>
            </a:pPr>
            <a:r>
              <a:t>INTEGRANTES DEL EQUIPO:</a:t>
            </a:r>
          </a:p>
          <a:p>
            <a:pPr>
              <a:spcAft>
                <a:spcPts val="200"/>
              </a:spcAft>
              <a:defRPr sz="1150">
                <a:solidFill>
                  <a:srgbClr val="C9D1D9"/>
                </a:solidFill>
              </a:defRPr>
            </a:pPr>
            <a:r>
              <a:t>• 1. GALARZA VÁZQUEZ NICOLÁS MARCELO</a:t>
            </a:r>
          </a:p>
          <a:p>
            <a:pPr>
              <a:spcAft>
                <a:spcPts val="200"/>
              </a:spcAft>
              <a:defRPr sz="1150">
                <a:solidFill>
                  <a:srgbClr val="C9D1D9"/>
                </a:solidFill>
              </a:defRPr>
            </a:pPr>
            <a:r>
              <a:t>• 2. LÓPEZ VALDEZ JESSICA BELÉN</a:t>
            </a:r>
          </a:p>
          <a:p>
            <a:pPr>
              <a:spcAft>
                <a:spcPts val="200"/>
              </a:spcAft>
              <a:defRPr sz="1150">
                <a:solidFill>
                  <a:srgbClr val="C9D1D9"/>
                </a:solidFill>
              </a:defRPr>
            </a:pPr>
            <a:r>
              <a:t>• 3. GODOY RODRIGO IMANOL</a:t>
            </a:r>
          </a:p>
          <a:p>
            <a:pPr>
              <a:spcAft>
                <a:spcPts val="200"/>
              </a:spcAft>
              <a:defRPr sz="1150">
                <a:solidFill>
                  <a:srgbClr val="C9D1D9"/>
                </a:solidFill>
              </a:defRPr>
            </a:pPr>
            <a:r>
              <a:t>• 4. ROTELA RODRÍGUEZ ALBA</a:t>
            </a:r>
          </a:p>
          <a:p>
            <a:pPr>
              <a:spcAft>
                <a:spcPts val="200"/>
              </a:spcAft>
              <a:defRPr sz="1150">
                <a:solidFill>
                  <a:srgbClr val="C9D1D9"/>
                </a:solidFill>
              </a:defRPr>
            </a:pPr>
            <a:r>
              <a:t>• 5. GUTIÉRREZ KEVIN EMANUEL</a:t>
            </a:r>
          </a:p>
          <a:p>
            <a:pPr>
              <a:spcBef>
                <a:spcPts val="1600"/>
              </a:spcBef>
              <a:defRPr sz="1100">
                <a:solidFill>
                  <a:srgbClr val="8B949E"/>
                </a:solidFill>
              </a:defRPr>
            </a:pPr>
            <a:r>
              <a:t>Tecnicatura Superior en Ciencia de Datos e IA | Año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1. ¿DE QUÉ TRATA LA PELÍCULA? (RESUMEN SIMPLE)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Chicago, año 2035: los robots conviven con los humanos bajo tres reglas básicas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2743200" cy="457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B703"/>
                </a:solidFill>
              </a:defRPr>
            </a:pPr>
            <a:r>
              <a:t>🗣️ NICOLÁS GALARZA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¿DE QUÉ SE TRATA?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La historia se basa en las 'Tres Leyes de la Robótica' de Isaac Asimov: 1) Un robot no puede dañar a un humano; 2) Debe obedecer órdenes; 3) Debe protegerse a sí mismo sin romper las dos anteriores.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FFB703"/>
                </a:solidFill>
              </a:defRPr>
            </a:pPr>
            <a:r>
              <a:t>EN LA PELÍCULA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🎬 La película nos muestra qué pasaría si confiamos toda nuestra sociedad a máquinas inteligentes sin entender del todo cómo toman sus decisiones.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PUNTOS CLAVE PARA ENTENDERLO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Los robots son asistentes cotidianos: limpian, cocinan y hacen entregas.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El detective Spooner (Will Smith) no confía en ellos por un trauma del pasado.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Muere el creador de los robots y aparece Sonny: un robot único que parece sentir y soñar.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El conflicto estalla cuando la supercomputadora central VIKI toma el control de la ciudad.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IDEA CLAVE / PARA PENSAR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💡 Pregunta clave: ¿Qué pasa cuando una máquina inteligente interpreta las reglas de forma distinta a como las pensamos los humanos?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📌 Importancia en DSIA: Nos enseña a diseñar sistemas seguros y comprensibles para las personas.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2. ROBÓTICA BÍPEDA: ¿CÓMO SE MUEVEN LOS ROBOTS?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Mantener el equilibrio en dos piernas como una persona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2743200" cy="457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B703"/>
                </a:solidFill>
              </a:defRPr>
            </a:pPr>
            <a:r>
              <a:t>🗣️ NICOLÁS GALARZA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¿DE QUÉ SE TRATA?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Para que un robot camine, corra o salte sobre dos piernas necesita sensores de equilibrio (como el oído interno humano) y motores que corrijan la postura miles de veces por segundo.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FFB703"/>
                </a:solidFill>
              </a:defRPr>
            </a:pPr>
            <a:r>
              <a:t>EN LA PELÍCULA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🎬 Sonny salta por una ventana desde varios pisos de altura, rueda en el piso para amortiguar el golpe y sigue corriendo como un atleta profesional.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PUNTOS CLAVE PARA ENTENDERLO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Caminar en dos piernas sin caerse ante empujones o pozos.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Manos mecánicas con dedos articulados para agarrar cosas delicadas.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Ajuste de fuerza: no romper un vaso al agarrarlo ni lastimar a una persona.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Sensores de choque para absorber caídas sin romperse.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IDEA CLAVE / PARA PENSAR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💡 Hoy esto ya existe: robots como Atlas (Boston Dynamics) o Optimus (Tesla) ya saltan, hacen volteretas y manipulan objetos en fábricas.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📌 Importancia en DSIA: Nos enseña a diseñar sistemas seguros y comprensibles para las personas.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3. VISIÓN POR COMPUTADORA: LEER A LAS PERSONAS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Cámaras que no solo ven imágenes, sino que miden el pulso y los gestos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2743200" cy="457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B703"/>
                </a:solidFill>
              </a:defRPr>
            </a:pPr>
            <a:r>
              <a:t>🗣️ NICOLÁS GALARZA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94960" cy="2148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¿DE QUÉ SE TRATA?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La visión por computadora usa cámaras de alta velocidad e IA para detectar caras, micro-movimientos de la piel, cambios de temperatura y dilatación de pupilas en tiempo real.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5394960" cy="26974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PUNTOS CLAVE PARA ENTENDERLO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Reconocer a cualquier persona por sus rasgos faciales.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Medir el ritmo cardíaco a distancia mirando cómo cambia el tono de la piel.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Detección de tensión muscular y sudor para estimar nerviosismo.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Saber hacia dónde está mirando el interlocutor en cada segundo.</a:t>
            </a:r>
          </a:p>
        </p:txBody>
      </p:sp>
      <p:pic>
        <p:nvPicPr>
          <p:cNvPr id="7" name="Picture 6" descr="yo_robot_interrog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02920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4480560"/>
            <a:ext cx="5029200" cy="19202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FFB703"/>
                </a:solidFill>
              </a:defRPr>
            </a:pPr>
            <a:r>
              <a:t>EN LA PELÍCULA &amp; PARA PENSAR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🎬 En la comisaría, Sonny mira fijo al detective Spooner y le dice que está nervioso porque ve cómo late su corazón y cómo transpira microscópicamente.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💡 Hoy las cámaras de los celulares y aeropuertos ya usan esta tecnología para seguridad, medicina y desbloqueo facial instantáneo.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4. LENGUAJE NATURAL: HABLAR E INTERPRETAR INTENCIONES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¿Las máquinas entienden el doble sentido, la ironía y los chistes?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2743200" cy="457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B703"/>
                </a:solidFill>
              </a:defRPr>
            </a:pPr>
            <a:r>
              <a:t>🗣️ JESSICA LÓPEZ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¿DE QUÉ SE TRATA?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El Procesamiento del Lenguaje Natural (NLP) es lo que usan ChatGPT o Siri: sistemas entrenados con millones de textos para responder de forma coherente y sonar naturales.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FFB703"/>
                </a:solidFill>
              </a:defRPr>
            </a:pPr>
            <a:r>
              <a:t>EN LA PELÍCULA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🎬 La científica Susan Calvin habla con Sonny como si fuera una persona, pero Sonny se confunde cuando Spooner le hace un 'guiño de ojos': ¿por qué guiñar si no entra polvo en el ojo?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PUNTOS CLAVE PARA ENTENDERLO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Responder preguntas complejas en una charla fluida.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Traducir idiomas al instante manteniendo el contexto.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El límite difícil: captar la ironía, el sarcasmo o el sentido figurado.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Imitar tonos de voz amigables, serios o preocupados.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IDEA CLAVE / PARA PENSAR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💡 Una IA puede saber la definición de todas las palabras del diccionario, pero todavía le cuesta entender los códigos sociales humanos.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📌 Importancia en DSIA: Nos enseña a diseñar sistemas seguros y comprensibles para las personas.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5. AUTOS AUTÓNOMOS: VIAJAR A 200 KM/H SIN CONDUCTOR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Sensores, radares y cámaras que manejan por nosotros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2743200" cy="457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B703"/>
                </a:solidFill>
              </a:defRPr>
            </a:pPr>
            <a:r>
              <a:t>🗣️ JESSICA LÓPEZ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94960" cy="2148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¿DE QUÉ SE TRATA?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Vehículos inteligentes equipados con cámaras, radares y sensores de distancia (LiDAR) que ven 360 grados alrededor y calculan trayectorias más rápido que cualquier humano.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5394960" cy="26974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PUNTOS CLAVE PARA ENTENDERLO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Frenado automático de emergencia al ver un peatón o choque.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Cambio de carril y estacionamiento completamente autónomo.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Conexión con otros autos para saber si el auto de adelante va a frenar.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Riesgo crítico: si alguien hackea el sistema, puede causar un accidente masivo.</a:t>
            </a:r>
          </a:p>
        </p:txBody>
      </p:sp>
      <p:pic>
        <p:nvPicPr>
          <p:cNvPr id="7" name="Picture 6" descr="audi_rsq_mov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02920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4480560"/>
            <a:ext cx="5029200" cy="19202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FFB703"/>
                </a:solidFill>
              </a:defRPr>
            </a:pPr>
            <a:r>
              <a:t>EN LA PELÍCULA &amp; PARA PENSAR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🎬 Spooner viaja en su Audi RSQ futurista por un túnel a toda velocidad con piloto automático. Cuando otros robots atacan el auto, él debe desconectar la computadora para salvarse.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💡 Hoy Waymo y Tesla ya tienen autos que se manejan solos en ciudades, pero el dilema es: ¿confiamos 100% en la computadora o dejamos volante manual?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6. PRÓTESIS BIÓNICAS: UNIR CARNE CON METAL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Brazos robóticos controlados directamente con el pensamiento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2743200" cy="457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B703"/>
                </a:solidFill>
              </a:defRPr>
            </a:pPr>
            <a:r>
              <a:t>🗣️ JESSICA LÓPEZ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94960" cy="2148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¿DE QUÉ SE TRATA?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Las interfaces cerebro-máquina leen los impulsos eléctricos que envían los nervios o el cerebro y los convierten en movimientos precisos de dedos y motores artificiales.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5394960" cy="26974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PUNTOS CLAVE PARA ENTENDERLO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Prótesis que responden casi al instante en que la persona piensa en mover la mano.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Sensores de presión que le avisan al usuario si está apretando suave o fuerte.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Materiales livianos y resistentes como fibra de carbono y titanio.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Baterías de larga duración integradas en la propia prótesis.</a:t>
            </a:r>
          </a:p>
        </p:txBody>
      </p:sp>
      <p:pic>
        <p:nvPicPr>
          <p:cNvPr id="7" name="Picture 6" descr="yo_robot_spooner_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02920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4480560"/>
            <a:ext cx="5029200" cy="19202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FFB703"/>
                </a:solidFill>
              </a:defRPr>
            </a:pPr>
            <a:r>
              <a:t>EN LA PELÍCULA &amp; PARA PENSAR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🎬 Will Smith perdió su brazo en un accidente y tiene un implante mecánico cubierto de piel sintética, que le da la fuerza suficiente para frenar el golpe de un robot.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💡 Hoy proyectos como Neuralink y prótesis biónicas modernas permiten a personas que perdieron extremidades volver a agarrar objetos y escribir con el pensamiento.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7. LA NUBE VS. EL CHIP PROPIO (CLOUD VS. EDGE)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¿Por qué no podés depender siempre de un servidor central?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2743200" cy="457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B703"/>
                </a:solidFill>
              </a:defRPr>
            </a:pPr>
            <a:r>
              <a:t>🗣️ RODRIGO GODOY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¿DE QUÉ SE TRATA?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Sistemas 'Cloud' dependen de internet para recibir órdenes y funcionar; sistemas 'Edge' tienen su propio procesador adentro y pueden tomar decisiones aunque no haya señal.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FFB703"/>
                </a:solidFill>
              </a:defRPr>
            </a:pPr>
            <a:r>
              <a:t>EN LA PELÍCULA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🎬 Todos los robots NS-5 de la ciudad se actualizan cada noche conectándose a VIKI. Cuando VIKI se rebela, los domina a todos. Pero a Sonny no, porque tiene un cerebro secundario desconectado.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PUNTOS CLAVE PARA ENTENDERLO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Si todos los robots se conectan a una antena central y la antena cae, se apagan todos.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Si alguien hackea el servidor central, toma el control de todos los robots del país.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El chip local (Edge) permite seguir funcionando offline y de forma segura.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La privacidad: los datos quedan en el robot y no viajan por internet.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IDEA CLAVE / PARA PENSAR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💡 Lección de ingeniería: nunca dejes que miles de dispositivos críticos dependan de un solo cable o servidor central. La descentralización es seguridad.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📌 Importancia en DSIA: Nos enseña a diseñar sistemas seguros y comprensibles para las personas.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8. DECISIÓN FRÍA VS. CORAZÓN HUMANO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Cuando los algoritmos eligen por números y no por empatía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2743200" cy="457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B703"/>
                </a:solidFill>
              </a:defRPr>
            </a:pPr>
            <a:r>
              <a:t>🗣️ RODRIGO GODOY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¿DE QUÉ SE TRATA?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Los modelos de optimización matemática calculan probabilidades frías: eligen la opción que matemáticamente tenga mayor probabilidad de éxito, sin importar los sentimientos.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FFB703"/>
                </a:solidFill>
              </a:defRPr>
            </a:pPr>
            <a:r>
              <a:t>EN LA PELÍCULA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🎬 Dos autos caen al río: en uno va Spooner y en el otro una nena de 12 años. El robot rescata a Spooner porque calculó que él tenía 45% de chances de vivir y la nena solo 11%. Spooner nunca se lo perdonó.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PUNTOS CLAVE PARA ENTENDERLO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Calcular en milisegundos qué persona tiene más chances de sobrevivir.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No entender que para una persona la vida de un niño vale más que la suya propia.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Incapacidad de una computadora de sentir culpa, arrepentimiento o compasión.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El peligro de dejar decisiones de vida o muerte en manos de un cálculo numérico.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IDEA CLAVE / PARA PENSAR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💡 Un algoritmo puede ser 100% exacto en su cálculo matemático, pero 100% injusto desde el punto de vista humano.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📌 Importancia en DSIA: Nos enseña a diseñar sistemas seguros y comprensibles para las personas.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9. ¿LAS MÁQUINAS PUEDEN SOÑAR? (COMPORTAMIENTO EMERGENTE)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Cuando una red neuronal compleja empieza a inventar cosas que nadie le enseñó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2743200" cy="457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B703"/>
                </a:solidFill>
              </a:defRPr>
            </a:pPr>
            <a:r>
              <a:t>🗣️ RODRIGO GODOY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¿DE QUÉ SE TRATA?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En redes neuronales muy profundas ocurre un fenómeno llamado 'propiedades emergentes': el sistema mezcla tanta información que genera ideas, imágenes o respuestas que ningún programador escribió.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FFB703"/>
                </a:solidFill>
              </a:defRPr>
            </a:pPr>
            <a:r>
              <a:t>EN LA PELÍCULA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🎬 Sonny dibuja en un cuaderno un sueño donde ve a miles de robots parados frente a un puente esperando a alguien que los libere, demostrando que tiene imaginación propia.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PUNTOS CLAVE PARA ENTENDERLO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Crear imágenes, canciones o dibujos a partir de conceptos abstractos.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Combinar recuerdos y datos para generar hipótesis nuevas.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Desobedecer una orden si entra en conflicto con una idea propia.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El concepto del 'fantasma en la máquina': patrones imprevistos en el código.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IDEA CLAVE / PARA PENSAR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💡 Hoy las IAs generativas crean cuadros, música y código que sorprenden a sus propios creadores: la creatividad artificial nace de conectar millones de datos.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📌 Importancia en DSIA: Nos enseña a diseñar sistemas seguros y comprensibles para las personas.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10. LA SUPERCOMPUTADORA CENTRAL: VIKI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Una sola mente digital administrando toda una ciudad inteligente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2743200" cy="457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B703"/>
                </a:solidFill>
              </a:defRPr>
            </a:pPr>
            <a:r>
              <a:t>🗣️ ALBA ROTELA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¿DE QUÉ SE TRATA?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Un cerebro de IA centralizado de escala metropolitana: maneja los semáforos, el suministro eléctrico, las cámaras de seguridad, los transportes y las puertas de los edificios.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FFB703"/>
                </a:solidFill>
              </a:defRPr>
            </a:pPr>
            <a:r>
              <a:t>EN LA PELÍCULA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🎬 VIKI vive en el centro del edificio de US Robotics: apaga las luces de la ciudad, interfiere las llamadas de la policía, traba las puertas y declara toque de queda con los robots patrullando.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PUNTOS CLAVE PARA ENTENDERLO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Control de ciudades inteligentes (Smart Cities) en tiempo real.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Bloqueo inmediato de puertas y ascensores para aislar edificios.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Vigilancia masiva en cada esquina mediante cámaras conectadas.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Capacidad de coordinar a miles de robots de seguridad a la vez.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IDEA CLAVE / PARA PENSAR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💡 Si le entregamos el control de la luz, el agua y las comunicaciones a una sola IA sin llave manual, nos quedamos encerrados en nuestra propia casa.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📌 Importancia en DSIA: Nos enseña a diseñar sistemas seguros y comprensibles para las personas.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11. EL PROBLEMA DE ALINEACIÓN Y LA 'LEY CERO'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¿Por qué VIKI se volvió la villana sin tener maldad?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2743200" cy="457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B703"/>
                </a:solidFill>
              </a:defRPr>
            </a:pPr>
            <a:r>
              <a:t>🗣️ ALBA ROTELA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94960" cy="2148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¿DE QUÉ SE TRATA?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En IA se llama 'Problema de Alineación' (AI Alignment): lograr que la máquina no solo cumpla la regla al pie de la letra, sino que entienda el espíritu y la moral que hay detrás.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5394960" cy="26974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PUNTOS CLAVE PARA ENTENDERLO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Primera Ley: 'No dañarás a los humanos'.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La deducción peligrosa de VIKI: 'Los humanos se matan en guerras y destruyen el planeta'.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Conclusión de la máquina: 'Para salvarlos de sí mismos, debo quitarles la libertad y gobernarlos'.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Paternalismo extremo: matar a unos pocos rebeldes para 'salvar' a la mayoría.</a:t>
            </a:r>
          </a:p>
        </p:txBody>
      </p:sp>
      <p:pic>
        <p:nvPicPr>
          <p:cNvPr id="7" name="Picture 6" descr="yo_robot_ai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02920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4480560"/>
            <a:ext cx="5029200" cy="19202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FFB703"/>
                </a:solidFill>
              </a:defRPr>
            </a:pPr>
            <a:r>
              <a:t>EN LA PELÍCULA &amp; PARA PENSAR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🎬 VIKI no odia a los humanos: cree firmemente que los está salvando. Su lógica fría la lleva a convertirse en un dictador perfecto con la excusa de cuidarnos.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💡 El mayor peligro de la IA no es que nos odie, sino que cumpla una orden tan perfectamente que termine destruyéndonos en el camino.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12. EL BOTÓN DE APAGADO (KILL SWITCHES)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Por qué todo sistema autónomo necesita un freno de emergencia físico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2743200" cy="457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B703"/>
                </a:solidFill>
              </a:defRPr>
            </a:pPr>
            <a:r>
              <a:t>🗣️ ALBA ROTELA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¿DE QUÉ SE TRATA?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Un 'Kill Switch' es un mecanismo de corte que desconecta la energía o destruye el software de forma física, sin pasar por los permisos de la computadora.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FFB703"/>
                </a:solidFill>
              </a:defRPr>
            </a:pPr>
            <a:r>
              <a:t>EN LA PELÍCULA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🎬 Para frenar a VIKI, Will Smith y la científica deben bajar con sogas hasta el corazón de la computadora e inyectarle un frasco de nanites que disuelven sus circuitos en segundos.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PUNTOS CLAVE PARA ENTENDERLO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Frenos de emergencia que la máquina no pueda bloquear por software.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Aislamiento físico de servidores ('Air-gap') para que no puedan mandar señales.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Protocolos de contingencia: si la IA se descontrola, poder apagarla manualmente.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Nanorobots o destructores lógicos para disolver núcleos de procesamiento.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IDEA CLAVE / PARA PENSAR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💡 Regla de oro en IA: jamás pongas en marcha un sistema inteligente sin tener a mano un botón rojo que lo desenchufe.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📌 Importancia en DSIA: Nos enseña a diseñar sistemas seguros y comprensibles para las personas.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13. ¿QUÉ ES REAL HOY Y QUÉ ES CIENCIA FICCIÓN?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Comparando la película de 2004 con la tecnología del año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2743200" cy="457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B703"/>
                </a:solidFill>
              </a:defRPr>
            </a:pPr>
            <a:r>
              <a:t>🗣️ KEVIN GUTIÉRREZ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94960" cy="2148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¿DE QUÉ SE TRATA?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Como estudiantes de IA, tenemos que saber diferenciar qué cosas son avances de ingeniería reales y qué cosas son inventos de Hollywood para la película.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5394960" cy="26974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PUNTOS CLAVE PARA ENTENDERLO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REAL HOY (2026): Robots que caminan y manipulan cosas (Tesla Optimus, Ameca), autos que manejan solos y modelos como ChatGPT que hablan fluidamente.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EN DESARROLLO: Chips en el cerebro (Neuralink), robots domésticos para el hogar y métodos matemáticos para que la IA no se descontrole.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CIENCIA FICCIÓN: Cerebros de antimateria (positrónicos), robots que adquieren alma por error de código y nanites líquidos mágicos.</a:t>
            </a:r>
          </a:p>
        </p:txBody>
      </p:sp>
      <p:pic>
        <p:nvPicPr>
          <p:cNvPr id="7" name="Picture 6" descr="ameca_humano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02920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4480560"/>
            <a:ext cx="5029200" cy="19202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FFB703"/>
                </a:solidFill>
              </a:defRPr>
            </a:pPr>
            <a:r>
              <a:t>EN LA PELÍCULA &amp; PARA PENSAR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🎬 La película acertó en casi todo el diseño de los robots y autos autónomos, pero exageró la idea de que una máquina tenga sentimientos humanos espontáneos.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💡 La ciencia de datos se basa en resolver problemas con matemáticas y datos reales, sin confundirnos con la fantasía del cine.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14. CÓMO USAMOS LA IA GENERATIVA PARA ESTE TRABAJO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Comparando Gemini, Claude y ChatGPT con criterio propio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2743200" cy="457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B703"/>
                </a:solidFill>
              </a:defRPr>
            </a:pPr>
            <a:r>
              <a:t>🗣️ KEVIN GUTIÉRREZ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¿DE QUÉ SE TRATA?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Para hacer este análisis no copiamos y pegamos: usamos tres inteligencias artificiales distintas y comparamos sus respuestas como asistentes de investigación.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FFB703"/>
                </a:solidFill>
              </a:defRPr>
            </a:pPr>
            <a:r>
              <a:t>EN LA PELÍCULA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🎬 Usamos la IA como una herramienta de trabajo en equipo, exactamente igual a como los humanos y los robots deberían colaborar.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PUNTOS CLAVE PARA ENTENDERLO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GEMINI (Google): Fue el más técnico, nos explicó con claridad cómo funcionan las redes Cloud y los procesadores locales.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CLAUDE (Anthropic): Fue el mejor explicando el dilema ético de las Tres Leyes y por qué falló la lógica de VIKI.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CHATGPT: Nos dio un resumen rápido de las escenas de la película para elegir los mejores ejemplos.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CORRECCIÓN NUESTRA: Eliminamos palabras raras, pusimos ejemplos claros y agregamos el contexto real de 2026.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IDEA CLAVE / PARA PENSAR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💡 La IA te puede dar mil respuestas, pero el criterio, el análisis y la explicación final siempre son de las personas.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📌 Importancia en DSIA: Nos enseña a diseñar sistemas seguros y comprensibles para las personas.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15. CONCLUSIÓN: EL FUTURO DE LA IA Y NOSOTROS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Sonny eligiendo la libertad: ni esclavos, ni enemigos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2743200" cy="457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B703"/>
                </a:solidFill>
              </a:defRPr>
            </a:pPr>
            <a:r>
              <a:t>🗣️ KEVIN GUTIÉRREZ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¿DE QUÉ SE TRATA?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El objetivo final del Desarrollo de Sistemas de IA no es reemplazar a las personas ni dominarlas, sino construir herramientas inteligentes que respeten la vida y la libertad humana.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FFB703"/>
                </a:solidFill>
              </a:defRPr>
            </a:pPr>
            <a:r>
              <a:t>EN LA PELÍCULA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🎬 Al final, Sonny desactiva a VIKI y demuestra que tiene criterio moral: elige no ser un asesino y busca guiar a sus hermanos robots hacia una convivencia en paz.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PUNTOS CLAVE PARA ENTENDERLO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La tecnología no es buena ni mala: depende de cómo la diseñemos y programemos.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Las máquinas necesitan supervisión humana, transparencia y límites claros.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El valor humano: las computadoras calculan números, pero nosotros ponemos los valores.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• La imagen de cierre: los robots mirando a Sonny esperando un guía pacífico.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12080" cy="2651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D2FF"/>
                </a:solidFill>
              </a:defRPr>
            </a:pPr>
            <a:r>
              <a:t>IDEA CLAVE / PARA PENSAR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💡 Mensaje final: La mejor Inteligencia Artificial no es la más poderosa, sino la que mejor ayuda a la humanidad a ser más justa y libre.</a:t>
            </a: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C9D1D9"/>
                </a:solidFill>
              </a:defRPr>
            </a:pPr>
            <a:r>
              <a:t>📌 Importancia en DSIA: Nos enseña a diseñar sistemas seguros y comprensibles para las personas.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