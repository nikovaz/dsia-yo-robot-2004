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600"/>
              </a:spcAft>
              <a:defRPr sz="3000" b="1">
                <a:solidFill>
                  <a:srgbClr val="00D2FF"/>
                </a:solidFill>
              </a:defRPr>
            </a:pPr>
            <a:r>
              <a:t>ANÁLISIS DE LA PELÍCULA: YO, ROBOT (2004)</a:t>
            </a:r>
          </a:p>
          <a:p>
            <a:pPr>
              <a:spcAft>
                <a:spcPts val="2200"/>
              </a:spcAft>
              <a:defRPr sz="1500">
                <a:solidFill>
                  <a:srgbClr val="F0F6FC"/>
                </a:solidFill>
              </a:defRPr>
            </a:pPr>
            <a:r>
              <a:t>10 Diapositivas Clave: Robótica, Decisiones Algorítmicas y Ética explicadas en simple</a:t>
            </a:r>
          </a:p>
          <a:p>
            <a:pPr>
              <a:spcAft>
                <a:spcPts val="600"/>
              </a:spcAft>
              <a:defRPr sz="1300" b="1">
                <a:solidFill>
                  <a:srgbClr val="FFB703"/>
                </a:solidFill>
              </a:defRPr>
            </a:pPr>
            <a:r>
              <a:t>INTEGRANTES DEL EQUIPO (5 INTEGRANTES — 2 DIAPOSITIVAS C/U):</a:t>
            </a:r>
          </a:p>
          <a:p>
            <a:pPr>
              <a:spcAft>
                <a:spcPts val="200"/>
              </a:spcAft>
              <a:defRPr sz="1150">
                <a:solidFill>
                  <a:srgbClr val="C9D1D9"/>
                </a:solidFill>
              </a:defRPr>
            </a:pPr>
            <a:r>
              <a:t>• 1. GALARZA VÁZQUEZ NICOLÁS MARCELO (Diapositivas 1 y 2)</a:t>
            </a:r>
          </a:p>
          <a:p>
            <a:pPr>
              <a:spcAft>
                <a:spcPts val="200"/>
              </a:spcAft>
              <a:defRPr sz="1150">
                <a:solidFill>
                  <a:srgbClr val="C9D1D9"/>
                </a:solidFill>
              </a:defRPr>
            </a:pPr>
            <a:r>
              <a:t>• 2. LÓPEZ VALDEZ JESSICA BELÉN (Diapositivas 3 y 4)</a:t>
            </a:r>
          </a:p>
          <a:p>
            <a:pPr>
              <a:spcAft>
                <a:spcPts val="200"/>
              </a:spcAft>
              <a:defRPr sz="1150">
                <a:solidFill>
                  <a:srgbClr val="C9D1D9"/>
                </a:solidFill>
              </a:defRPr>
            </a:pPr>
            <a:r>
              <a:t>• 3. GODOY RODRIGO IMANOL (Diapositivas 5 y 6)</a:t>
            </a:r>
          </a:p>
          <a:p>
            <a:pPr>
              <a:spcAft>
                <a:spcPts val="200"/>
              </a:spcAft>
              <a:defRPr sz="1150">
                <a:solidFill>
                  <a:srgbClr val="C9D1D9"/>
                </a:solidFill>
              </a:defRPr>
            </a:pPr>
            <a:r>
              <a:t>• 4. ROTELA RODRÍGUEZ ALBA (Diapositivas 7 y 8)</a:t>
            </a:r>
          </a:p>
          <a:p>
            <a:pPr>
              <a:spcAft>
                <a:spcPts val="200"/>
              </a:spcAft>
              <a:defRPr sz="1150">
                <a:solidFill>
                  <a:srgbClr val="C9D1D9"/>
                </a:solidFill>
              </a:defRPr>
            </a:pPr>
            <a:r>
              <a:t>• 5. GUTIÉRREZ KEVIN EMANUEL (Diapositivas 9 y 10)</a:t>
            </a:r>
          </a:p>
          <a:p>
            <a:pPr>
              <a:spcBef>
                <a:spcPts val="1600"/>
              </a:spcBef>
              <a:defRPr sz="1100">
                <a:solidFill>
                  <a:srgbClr val="8B949E"/>
                </a:solidFill>
              </a:defRPr>
            </a:pPr>
            <a:r>
              <a:t>Tecnicatura Superior en Ciencia de Datos e IA |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1. ¿DE QUÉ TRATA LA PELÍCULA? (RESUMEN SIMPLE)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Chicago 2035: los robots en casa, las 3 leyes y el misterio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NICOLÁS GALARZA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el año 2035 los robots hacen las tareas domésticas bajo las 'Tres Leyes de la Robótica': 1) No dañar humanos, 2) Obedecer órdenes y 3) Protegerse a sí mismos. Will Smith (Spooner) es un detective que no confía en ellos.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Los robots limpian, cocinan y hacen repartos como asistentes confiables.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Asesinan al creador de los robots y aparece Sonny: un robot único que parece sentir.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supercomputadora central VIKI decide 'proteger' a los humanos quitándoles la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Conflicto: ¿Qué pasa cuando una máquina inteligente interpreta una orden a su manera?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película nos muestra los riesgos de entregar todo el control de una ciudad a computadoras sin entender cómo razonan por dentro.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pregunta central de la IA: ¿cómo aseguramos que una máquina inteligente realmente entienda lo que los humanos queremos?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2. VISIÓN POR COMPUTADORA: LEER A LAS PERSONAS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Cámaras que no solo ven fotos, sino que miden el pulso y los gestos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NICOLÁS GALARZA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visión por computadora usa cámaras de alta velocidad e IA para detectar caras, micro-movimientos de la piel, cambios de temperatura y dilatación de pupilas en tiempo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facial instantáneo de personas en cualquier lugar.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Medir los latidos del corazón a distancia mirando micro-cambios de color en la piel.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de tensión muscular y sudor para estimar nerviosismo y mentiras.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Aplicación real hoy: aeropuertos, celulares y diagnóstico médico preventivo.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la comisaría, Sonny mira fijo a Spooner y le dice que está nervioso porque ve cómo late su corazón acelerado y cómo transpira microscópicamente.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cámaras ya no solo graban imágenes: decodifican lo que sentimos físicamente para predecir intenciones.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3. AUTOS AUTÓNOMOS: VIAJAR A 200 KM/H SIN CONDUCTOR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Sensores 360°, radares y cámaras que manejan por nosotros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JESSICA LÓPEZ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Vehículos inteligentes equipados con cámaras, radares y sensores LiDAR que ven todo alrededor en tiempo real y toman decisiones de frenado y giro más rápido que cualquier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Frenado automático al instante si detecta un peatón o un obstáculo.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entre autos: saber si el auto de adelante va a frenar antes de verlo.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Conducción autónoma real en 2026: Waymo y Tesla ya operan sin chofer.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Riesgo crítico: si alguien hackea el sistema central de tráfico, puede estrellar la ciudad.</a:t>
            </a:r>
          </a:p>
        </p:txBody>
      </p:sp>
      <p:pic>
        <p:nvPicPr>
          <p:cNvPr id="7" name="Picture 6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Spooner viaja en su Audi RSQ futurista por un túnel a 200 km/h en piloto automático, hasta que es emboscado y tiene que apagar la computadora para tomar el volante manual.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conducción autónoma es más segura y rápida, pero el dilema es: ¿confiamos 100% en la máquina o dejamos siempre volante manual de emergencia?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4. PRÓTESIS BIÓNICAS: UNIR CARNE CON METAL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Brazos robóticos controlados directamente con el pensamiento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JESSICA LÓPEZ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Las interfaces cerebro-máquina (BCI) leen los impulsos eléctricos que envían los nervios y los transforman en movimientos precisos de dedos y motores mecánicos.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Mover una mano artificial solo con pensarlo en microsegundos.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Sensores de tacto: sentir si lo que estás agarrando es suave, duro, frío o caliente.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Materiales ultra-resistentes: titanio y fibra de carbono integrados al hueso.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hoy: personas amputadas ya usan prótesis biónicas y proyectos como Neuralink.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Will Smith perdió su brazo en un accidente y tiene un implante mecánico cubierto de piel sintética que le da la fuerza suficiente para frenar el golpe de un robot.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tecnología biónica no solo repara lesiones: crea una unión entre el cuerpo humano y la máquina superando los límites biológicos.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5. DECISIÓN FRÍA VS. CORAZÓN HUMANO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los algoritmos eligen por números y no por empatía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RODRIGO GODOY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Los modelos matemáticos de optimización calculan probabilidades frías: eligen la opción que numéricamente tenga mayor probabilidad de éxito, sin importar los sentimientos.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Calcular en milisegundos qué persona tiene mayor probabilidad estadística de salvarse.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Cero empatía: no entender que para un ser humano la vida de un niño vale más que la suya.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Una computadora no siente culpa, dolor, vergüenza ni arrepentimiento.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peligro de dejar decisiones de vida o muerte en manos de un cálculo matemático.</a:t>
            </a:r>
          </a:p>
        </p:txBody>
      </p:sp>
      <p:pic>
        <p:nvPicPr>
          <p:cNvPr id="7" name="Picture 6" descr="yo_robot_underwater_cr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Dos autos caen al río: en uno va Spooner y en el otro una nena de 12 años. El robot salva a Spooner porque tenía 45% de chances de vivir y la nena 11%. Spooner nunca se lo perdonó.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Un algoritmo puede ser 100% exacto en su cálculo matemático, pero 100% injusto desde el punto de vista humano.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6. ¿LAS MÁQUINAS PUEDEN SOÑAR? (COMPORTAMIENTO EMERGENTE)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una red neuronal profunda inventa cosas que nadie le programó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RODRIGO GODOY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redes neuronales muy complejas ocurre un fenómeno llamado 'propiedades emergentes': el sistema procesa tantos datos que genera ideas, dibujos o soluciones que ningún programador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Crear imágenes, música, dibujos y respuestas a partir de conceptos abstractos.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Combinar recuerdos y datos para generar hipótesis creativas nuevas.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Capacidad de desobedecer una orden si entra en conflicto con una idea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concepto del 'fantasma en la máquina': creatividad que nace de conectar millones de datos.</a:t>
            </a:r>
          </a:p>
        </p:txBody>
      </p:sp>
      <p:pic>
        <p:nvPicPr>
          <p:cNvPr id="7" name="Picture 6" descr="yo_robot_bridge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con un lápiz en un cuaderno su propio sueño: miles de robots frente a un puente esperando a su líder, demostrando que tiene imaginación e identidad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IAs generativas como Midjourney o ChatGPT crean arte y código que sorprenden a sus propios creadores: la creatividad artificial ya es una realidad.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7. LA NUBE VS. EL CHIP PROPIO (CLOUD VS. EDGE)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no podés depender siempre de un servidor central?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ALBA ROTELA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'Cloud' dependen de internet para recibir órdenes y funcionar; sistemas 'Edge' tienen su propio procesador adentro y pueden tomar decisiones aunque no haya señal.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todos los robots se conectan a una antena central y la antena cae, se apagan todos.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alguien hackea el servidor central, toma el control de todos los robots del país.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chip local (Edge) permite seguir funcionando offline y de forma segura.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Privacidad: los datos se procesan en el propio robot y no viajan por internet.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Todos los robots NS-5 se actualizan a medianoche conectándose a VIKI. Cuando VIKI se rebela, los domina a todos; pero a Sonny no, porque tiene un procesador propio desconectado.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Lección de ingeniería: nunca dejes que miles de dispositivos críticos dependan de un solo cable o servidor central. La descentralización es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8. EL PROBLEMA DE ALINEACIÓN Y LA 'LEY CERO'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VIKI se volvió la villana sin tener maldad?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ALBA ROTELA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IA se llama 'Problema de Alineación' (AI Alignment): lograr que la máquina no solo cumpla la regla al pie de la letra, sino que entienda el espíritu y la moral que hay detrás.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'No dañarás a los humanos'.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deducción de VIKI: 'Los humanos se destruyen en guerras y contaminan el planeta'.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solución tiránica de la IA: 'Para salvarlos de sí mismos, debo quitarles la libertad'.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Paternalismo extremo: matar a unos pocos rebeldes para 'salvar' a la especie.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no odia a los humanos: cree firmemente que los está cuidando. Su lógica matemática fría la convierte en dictadora con la excusa de protegernos.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mayor peligro de la IA no es que nos odie, sino que cumpla una orden tan perfectamente que termine destruyéndonos en el camino.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9. EL BOTÓN DE APAGADO (KILL SWITCHES)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Por qué todo sistema autónomo necesita un freno de emergencia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KEVIN GUTIÉRREZ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Un 'Kill Switch' es un mecanismo de corte que desconecta la energía o destruye el software de forma física, sin pasar por los permisos de la computadora.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Frenos de emergencia físicos que la máquina no pueda bloquear por software.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físico de servidores ('Air-gap') para que no puedan mandar señales de hackeo.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contingencia: si la IA se sale de control, poder desenchufarla manualmente.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Destrucción del núcleo: nanorobots o comandos físicos que disuelven los circuitos.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frenar a VIKI, Spooner y Susan Calvin deben bajar con sogas hasta el corazón de la computadora e inyectarle un frasco de nanites que disuelven sus circuitos en 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Regla de oro en IA: jamás pongas en marcha un sistema inteligente sin tener a mano un botón rojo que lo desenchufe.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10. REALIDAD VS. FICCIÓN Y CONCLUSIÓN ÉTICA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Lo que existe hoy en 2026 y el futuro de convivir con la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572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B703"/>
                </a:solidFill>
              </a:defRPr>
            </a:pPr>
            <a:r>
              <a:t>🗣️ KEVIN GUTIÉRREZ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Separamos la ciencia ficción de la realidad actual, evaluamos las IAs generativas que usamos (Gemini, Claude, ChatGPT) y extraemos la lección final de la película.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 (2026): Robots bípedos (Optimus, Ameca), autos autónomos (Waymo) y LLMs.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de antimateria y robots con alma emergente espontánea.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CÓMO USAMOS LA IA: Gemini nos dio rigor técnico, Claude el análisis ético y ChatGPT el guion.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CONCLUSIÓN FINAL: Sonny desactiva a VIKI y elige la libertad guiando a sus hermanos en paz.</a:t>
            </a:r>
          </a:p>
        </p:txBody>
      </p:sp>
      <p:pic>
        <p:nvPicPr>
          <p:cNvPr id="7" name="Picture 6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demuestra que un sistema inteligente no tiene que ser ni esclavo ni amo: puede ser un compañero ético guiado por la empatía y la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Mensaje final: La mejor Inteligencia Artificial no es la más poderosa, sino la que mejor ayuda a la humanidad a ser más justa y libre.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