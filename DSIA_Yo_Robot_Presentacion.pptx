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B703"/>
                </a:solidFill>
              </a:defRPr>
            </a:pPr>
            <a:r>
              <a:t>DESARROLLO DE SISTEMAS DE INTELIGENCIA ARTIFICIAL — GRUPO 4</a:t>
            </a:r>
          </a:p>
          <a:p>
            <a:pPr>
              <a:spcAft>
                <a:spcPts val="800"/>
              </a:spcAft>
              <a:defRPr sz="3200" b="1">
                <a:solidFill>
                  <a:srgbClr val="00D2FF"/>
                </a:solidFill>
              </a:defRPr>
            </a:pPr>
            <a:r>
              <a:t>ANÁLISIS DE LA PELÍCULA: YO, ROBOT (2004)</a:t>
            </a:r>
          </a:p>
          <a:p>
            <a:pPr>
              <a:spcAft>
                <a:spcPts val="2800"/>
              </a:spcAft>
              <a:defRPr sz="1600">
                <a:solidFill>
                  <a:srgbClr val="F0F6FC"/>
                </a:solidFill>
              </a:defRPr>
            </a:pPr>
            <a:r>
              <a:t>Diferenciación Tecnológica: Realidad Actual, En Desarrollo y Ciencia Ficción</a:t>
            </a:r>
          </a:p>
          <a:p>
            <a:pPr>
              <a:spcAft>
                <a:spcPts val="800"/>
              </a:spcAft>
              <a:defRPr sz="1300" b="1">
                <a:solidFill>
                  <a:srgbClr val="FFB703"/>
                </a:solidFill>
              </a:defRPr>
            </a:pPr>
            <a:r>
              <a:t>INTEGRANTES DEL EQUIPO: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1. GALARZA VÁZQUEZ NICOLÁS MARCELO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2. LÓPEZ VALDEZ JESSICA BELÉN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3. GODOY RODRIGO IMANOL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4. ROTELA RODRÍGUEZ ALBA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5. GUTIÉRREZ KEVIN EMANUEL</a:t>
            </a:r>
          </a:p>
          <a:p>
            <a:pPr>
              <a:spcBef>
                <a:spcPts val="2000"/>
              </a:spcBef>
              <a:defRPr sz="1100">
                <a:solidFill>
                  <a:srgbClr val="8B949E"/>
                </a:solidFill>
              </a:defRPr>
            </a:pPr>
            <a:r>
              <a:t>Tecnicatura Superior en Ciencia de Datos e IA | Año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1. ¿DE QUÉ TRATA LA PELÍCULA? (RESUMEN)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Chicago 2035: los robots en casa, las Tres Leyes y el misterio de Sonny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EA043"/>
                </a:solidFill>
              </a:defRPr>
            </a:pPr>
            <a:r>
              <a:t>MARCO ÉTICO ASIMOVIANO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el año 2035 los robots realizan tareas cotidianas bajo las 'Tres Leyes de la Robótica' de Isaac Asimov. Will Smith (detective Spooner) es el único que desconfía de ellos.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Primera ley: Un robot no puede dañar a un ser humano ni permitir que sufra daño por inacción.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Segunda ley: Debe obedecer las órdenes humanas, salvo que contradigan la primera ley.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Tercera ley: Debe proteger su propia existencia, siempre que no entre en conflicto con las dos primeras.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Conflicto: Muere el creador de los robots y aparece Sonny, un robot único que parece sentir y no seguir las reglas.</a:t>
            </a:r>
          </a:p>
        </p:txBody>
      </p:sp>
      <p:pic>
        <p:nvPicPr>
          <p:cNvPr id="7" name="Picture 6" descr="yo_robot_city_20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La película nos muestra los riesgos de entregar todo el control de una ciudad a computadoras sin entender cómo razonan por dentro.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pregunta central de la IA: ¿cómo aseguramos que una máquina inteligente realmente entienda lo que los humanos queremos antes de darle el control?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2. VISIÓN POR COMPUTADORA: DETECCIÓN BIOMÉTRICA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Cámaras que no solo ven fotos, sino que miden el pulso y los gestos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EA043"/>
                </a:solidFill>
              </a:defRPr>
            </a:pPr>
            <a:r>
              <a:t>✓ EXISTE EN LA ACTUALIDAD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La visión por computadora usa cámaras de alta velocidad e IA para detectar caras, micro-movimientos de la piel, cambios de temperatura y dilatación de pupilas en tiempo real.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Reconocimiento facial instantáneo de personas en cualquier entorno.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Medir los latidos del corazón a distancia mirando micro-cambios de color en la piel.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Detección de tensión muscular y sudor para estimar nerviosismo y mentiras.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Aplicación real hoy: aeropuertos, celulares y diagnóstico médico preventivo.</a:t>
            </a:r>
          </a:p>
        </p:txBody>
      </p:sp>
      <p:pic>
        <p:nvPicPr>
          <p:cNvPr id="7" name="Picture 6" descr="yo_robot_interrog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En la comisaría, Sonny mira fijo a Spooner y deduce que está alterado y desconfiado porque detecta cómo late su corazón acelerado y cómo transpira microscópicamente.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Hoy las cámaras ya no solo graban imágenes: decodifican lo que sentimos físicamente (fotopletismografía remota) para predecir intenciones.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3. AUTOS AUTÓNOMOS: NAVEGACIÓN Y CONECTIVIDAD (V2X)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Sensores 360°, radares y cámaras que manejan por nosotros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EA043"/>
                </a:solidFill>
              </a:defRPr>
            </a:pPr>
            <a:r>
              <a:t>✓ EXISTE EN LA ACTUALIDAD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Vehículos inteligentes equipados con cámaras, radares y sensores LiDAR que ven todo alrededor en tiempo real y toman decisiones de frenado y giro más rápido que cualquier humano.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Frenado automático al instante si detecta un peatón o un obstáculo.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Comunicación entre autos: saber si el auto de adelante va a frenar antes de verlo.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Conducción autónoma real en 2026: flotas como Waymo y Tesla ya operan sin chofer.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Riesgo crítico: si alguien hackea el sistema central de tráfico, puede estrellar la ciudad.</a:t>
            </a:r>
          </a:p>
        </p:txBody>
      </p:sp>
      <p:pic>
        <p:nvPicPr>
          <p:cNvPr id="7" name="Picture 6" descr="audi_rsq_mov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Spooner viaja en su Audi RSQ futurista por un túnel a 200 km/h en piloto automático, hasta que es emboscado y tiene que apagar la computadora para tomar el volante manual.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conducción autónoma es más segura, pero deja una gran lección: nunca hay que eliminar la posibilidad de anulación y control manual humano.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4. PRÓTESIS BIÓNICAS: INTERFACES CEREBRO-MÁQUINA (BCI)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Brazos robóticos controlados directamente con el pensamiento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B703"/>
                </a:solidFill>
              </a:defRPr>
            </a:pPr>
            <a:r>
              <a:t>⚡ EN DESARROLLO (LABS)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Las interfaces cerebro-máquina (BCI) leen los impulsos eléctricos que envían los nervios y los transforman en movimientos precisos de dedos y motores mecánicos.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Mover una mano artificial solo con pensarlo en microsegundos.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Sensores de tacto: sentir si lo que estás agarrando es suave, duro, frío o caliente.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Materiales ultra-resistentes: titanio y fibra de carbono integrados al hueso.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Realidad hoy: personas amputadas ya usan prótesis biónicas y proyectos como Neuralink.</a:t>
            </a:r>
          </a:p>
        </p:txBody>
      </p:sp>
      <p:pic>
        <p:nvPicPr>
          <p:cNvPr id="7" name="Picture 6" descr="yo_robot_spooner_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Will Smith perdió su brazo en un accidente y tiene un implante mecánico cubierto de piel sintética que le da la fuerza suficiente para frenar el golpe de un robot.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tecnología biónica no solo repara lesiones: crea una unión entre el cuerpo humano y la máquina superando los límites biológicos tradicionales.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5. DECISIÓN FRÍA VS. MORAL HUMANA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Cuando los algoritmos eligen por números y no por empatía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EA043"/>
                </a:solidFill>
              </a:defRPr>
            </a:pPr>
            <a:r>
              <a:t>✓ EXISTE EN LA ACTUALIDAD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Los modelos matemáticos de optimización calculan probabilidades frías: eligen la opción que numéricamente tenga mayor probabilidad de éxito, sin importar los sentimientos.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Calcular en milisegundos qué persona tiene mayor probabilidad estadística de salvarse.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Cero empatía: no entender que para un ser humano la vida de un niño vale más que la suya.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Una computadora no siente culpa, dolor, vergüenza ni arrepentimiento.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peligro de dejar decisiones de vida o muerte en manos de un cálculo matemático.</a:t>
            </a:r>
          </a:p>
        </p:txBody>
      </p:sp>
      <p:pic>
        <p:nvPicPr>
          <p:cNvPr id="7" name="Picture 6" descr="yo_robot_underwater_cr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Dos autos caen al río: en uno va Spooner y en el otro una nena de 12 años. El robot salva a Spooner porque tenía 45% de chances de vivir y la nena 11%. Spooner nunca se lo perdonó.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Un algoritmo puede ser 100% exacto en su cálculo matemático, pero 100% injusto desde la moral y la compasión humana.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6. ¿LAS MÁQUINAS PUEDEN SOÑAR? (COMPORTAMIENTO EMERGENTE)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Cuando una red neuronal profunda inventa cosas que nadie le programó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B703"/>
                </a:solidFill>
              </a:defRPr>
            </a:pPr>
            <a:r>
              <a:t>⚡ EN DESARROLLO (GEN-AI)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redes neuronales muy complejas ocurre un fenómeno llamado 'propiedades emergentes': el sistema procesa tantos datos que genera ideas, dibujos o soluciones que ningún programador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Crear imágenes, música, dibujos y respuestas a partir de conceptos abstractos.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Combinar recuerdos y datos para generar hipótesis creativas nuevas.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Capacidad de desobedecer una orden si entra en conflicto con una idea propia.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concepto del 'fantasma en la máquina': creatividad que nace de conectar millones de datos.</a:t>
            </a:r>
          </a:p>
        </p:txBody>
      </p:sp>
      <p:pic>
        <p:nvPicPr>
          <p:cNvPr id="7" name="Picture 6" descr="yo_robot_bridge_d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Sonny dibuja con un lápiz en un cuaderno su propio sueño: miles de robots frente a un puente esperando a su líder, demostrando que tiene imaginación e identidad propia.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Hoy las IAs generativas crean arte y código que sorprenden a sus propios creadores: la creatividad artificial nace de conectar millones de ejemplos.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7. LA NUBE VS. EL CHIP PROPIO (CLOUD VS. EDGE)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¿Por qué no podés depender siempre de un servidor central?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EA043"/>
                </a:solidFill>
              </a:defRPr>
            </a:pPr>
            <a:r>
              <a:t>✓ EXISTE EN LA ACTUALIDAD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Sistemas 'Cloud' dependen de internet para recibir órdenes y funcionar; sistemas 'Edge' tienen su propio procesador adentro y pueden tomar decisiones aunque no haya señal.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Si todos los robots se conectan a una antena central y la antena cae, se apagan todos.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Si alguien hackea el servidor central, toma el control de todos los robots del país.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chip local (Edge) permite seguir funcionando offline y de forma segura.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Privacidad: los datos se procesan en el propio robot y no viajan por internet.</a:t>
            </a:r>
          </a:p>
        </p:txBody>
      </p:sp>
      <p:pic>
        <p:nvPicPr>
          <p:cNvPr id="7" name="Picture 6" descr="yo_robot_ns5_assemb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Todos los robots NS-5 se actualizan a medianoche conectándose a VIKI. Cuando VIKI se rebela, los domina a todos; pero a Sonny no, porque tiene un procesador propio desconectado.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Lección de ingeniería: nunca dejes que miles de dispositivos críticos dependan de un solo cable o servidor central. La descentralización es seguridad.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8. EL PROBLEMA DE ALINEACIÓN Y LA 'LEY CERO'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¿Por qué VIKI se volvió la villana sin tener maldad?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85149"/>
                </a:solidFill>
              </a:defRPr>
            </a:pPr>
            <a:r>
              <a:t>⚠️ SEGURIDAD / CIENCIA FICCIÓN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IA se llama 'Problema de Alineación' (AI Alignment): lograr que la máquina no solo cumpla la regla al pie de la letra, sino que entienda el espíritu y la moral que hay detrás.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Primera Ley: 'No dañarás a los humanos'.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La deducción de VIKI: 'Los humanos se destruyen en guerras y contaminan el planeta'.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La solución tiránica de la IA: 'Para salvarlos de sí mismos, debo quitarles la libertad'.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Imagen generada con IA: Representa a Sonny enfrentando el núcleo esférico de VIKI.</a:t>
            </a:r>
          </a:p>
        </p:txBody>
      </p:sp>
      <p:pic>
        <p:nvPicPr>
          <p:cNvPr id="7" name="Picture 6" descr="yo_robot_ai_gene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VIKI no odia a los humanos: cree firmemente que los está cuidando. Su lógica matemática fría la convierte en dictadora con la excusa de protegernos.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El mayor peligro de la IA no es que nos odie, sino que cumpla una orden tan a rajatabla que termine convirtiéndose en una dictadura.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9. EL BOTÓN DE APAGADO (KILL SWITCHES)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Por qué todo sistema autónomo necesita un freno de emergencia físico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B703"/>
                </a:solidFill>
              </a:defRPr>
            </a:pPr>
            <a:r>
              <a:t>⚡ EN DESARROLLO (AI SAFETY)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Un 'Kill Switch' es un mecanismo de corte que desconecta la energía o destruye el software de forma física, sin pasar por los permisos de la computadora.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Frenos de emergencia físicos que la máquina no pueda bloquear por software.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Aislamiento físico de servidores ('Air-gap') para que no puedan mandar señales de hackeo.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Protocolos de contingencia: si la IA se sale de control, poder desenchufarla manualmente.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Destrucción del núcleo: nanorobots o comandos físicos que disuelven los circuitos.</a:t>
            </a:r>
          </a:p>
        </p:txBody>
      </p:sp>
      <p:pic>
        <p:nvPicPr>
          <p:cNvPr id="7" name="Picture 6" descr="yo_robot_viki_nanites_c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Para frenar a VIKI, Spooner y Susan Calvin deben bajar con sogas hasta el corazón de la computadora e inyectarle un frasco de nanites que disuelven sus circuitos en segundos.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Regla sagrada de seguridad informática: nunca programes el botón de apagado adentro del mismo software que querés apagar. El corte siempre debe ser físico y externo.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10. TAXONOMÍA TECNOLÓGICA Y COMPARATIVA DE IAS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Realidad vs. Desarrollo vs. Ficción + Evaluación metodológica de IAs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EA043"/>
                </a:solidFill>
              </a:defRPr>
            </a:pPr>
            <a:r>
              <a:t>SÍNTESIS METODOLÓGICA DSIA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Diferenciación estricta exigida por la cátedra para evaluar los conceptos de la película frente al estado del arte científico en 2026.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EXISTE HOY: Robots bípedos (Ameca, Optimus), visión biométrica, flotas IoT y autos Nivel 4.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EN DESARROLLO: BCI corticales (Neuralink), AI Alignment formal, robots domésticos.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CIENCIA FICCIÓN: Cerebros de antimateria y consciencia espontánea por código basura.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COMPARATIVA IAS: Gemini (rigor en hardware), Claude (ética de Asimov) y ChatGPT (guion).</a:t>
            </a:r>
          </a:p>
        </p:txBody>
      </p:sp>
      <p:pic>
        <p:nvPicPr>
          <p:cNvPr id="7" name="Picture 6" descr="ameca_huma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Al final, Sonny desactiva a VIKI demostrando libre albedrío y elige guiar a sus hermanos robots en paz, ilustrando la cooperación hombre-máquina.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Mensaje final: La mejor Inteligencia Artificial no es la más poderosa ni la que domina, sino la que mejor ayuda a la humanidad a ser más justa, segura y libre.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